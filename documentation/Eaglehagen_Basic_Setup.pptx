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Eaglehagen CO₂ Monitor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29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setup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guide to getting started with the monitor: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screen, web page, alarms, LabVIEW and the PC monitor page.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Dr. Örnhagen  ·  September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00062" y="1047902"/>
            <a:ext cx="3015691" cy="5347411"/>
          </a:xfrm>
          <a:prstGeom prst="roundRect">
            <a:avLst>
              <a:gd name="adj" fmla="val 4548"/>
            </a:avLst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1234440"/>
            <a:ext cx="2642616" cy="497433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234440"/>
            <a:ext cx="26426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Ornhagen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9387230" y="1389888"/>
            <a:ext cx="155448" cy="15544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9869" y="1731874"/>
            <a:ext cx="2456078" cy="17410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42048" y="3056291"/>
            <a:ext cx="233172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475220" y="2244852"/>
            <a:ext cx="62179" cy="811439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537399" y="2076968"/>
            <a:ext cx="264262" cy="167884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1661" y="2076968"/>
            <a:ext cx="46634" cy="979322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8295" y="3056291"/>
            <a:ext cx="170993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9288" y="3056291"/>
            <a:ext cx="233172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8252460" y="2244852"/>
            <a:ext cx="62179" cy="811439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314639" y="2076968"/>
            <a:ext cx="264262" cy="167884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8901" y="2076968"/>
            <a:ext cx="46634" cy="979322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5535" y="3056291"/>
            <a:ext cx="170993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96528" y="3056291"/>
            <a:ext cx="233172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029700" y="2244852"/>
            <a:ext cx="62179" cy="811439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091879" y="2076968"/>
            <a:ext cx="264262" cy="167884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56141" y="2076968"/>
            <a:ext cx="46634" cy="979322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02775" y="3056291"/>
            <a:ext cx="170993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42048" y="3224174"/>
            <a:ext cx="1554480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Waveform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79869" y="3566160"/>
            <a:ext cx="2456078" cy="683971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73138" y="3628339"/>
            <a:ext cx="9326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5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FCO2</a:t>
            </a:r>
            <a:endParaRPr lang="en-US" sz="935" dirty="0"/>
          </a:p>
        </p:txBody>
      </p:sp>
      <p:sp>
        <p:nvSpPr>
          <p:cNvPr id="29" name="Text 27"/>
          <p:cNvSpPr txBox="1"/>
          <p:nvPr/>
        </p:nvSpPr>
        <p:spPr>
          <a:xfrm>
            <a:off x="7552944" y="3721608"/>
            <a:ext cx="13990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2380" dirty="0"/>
          </a:p>
        </p:txBody>
      </p:sp>
      <p:sp>
        <p:nvSpPr>
          <p:cNvPr id="30" name="Text 28"/>
          <p:cNvSpPr txBox="1"/>
          <p:nvPr/>
        </p:nvSpPr>
        <p:spPr>
          <a:xfrm>
            <a:off x="8951976" y="3814877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179869" y="4343400"/>
            <a:ext cx="2456078" cy="683971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73138" y="4405579"/>
            <a:ext cx="9326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5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935" dirty="0"/>
          </a:p>
        </p:txBody>
      </p:sp>
      <p:sp>
        <p:nvSpPr>
          <p:cNvPr id="33" name="Text 31"/>
          <p:cNvSpPr txBox="1"/>
          <p:nvPr/>
        </p:nvSpPr>
        <p:spPr>
          <a:xfrm>
            <a:off x="7552944" y="4498848"/>
            <a:ext cx="13990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</a:t>
            </a:r>
            <a:endParaRPr lang="en-US" sz="2380" dirty="0"/>
          </a:p>
        </p:txBody>
      </p:sp>
      <p:sp>
        <p:nvSpPr>
          <p:cNvPr id="34" name="Text 32"/>
          <p:cNvSpPr txBox="1"/>
          <p:nvPr/>
        </p:nvSpPr>
        <p:spPr>
          <a:xfrm>
            <a:off x="8951976" y="4592117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179869" y="5151730"/>
            <a:ext cx="746150" cy="264262"/>
          </a:xfrm>
          <a:prstGeom prst="roundRect">
            <a:avLst>
              <a:gd name="adj" fmla="val 1730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79869" y="5151730"/>
            <a:ext cx="74615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019288" y="5151730"/>
            <a:ext cx="746150" cy="264262"/>
          </a:xfrm>
          <a:prstGeom prst="roundRect">
            <a:avLst>
              <a:gd name="adj" fmla="val 1730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19288" y="5151730"/>
            <a:ext cx="74615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858707" y="5151730"/>
            <a:ext cx="746150" cy="264262"/>
          </a:xfrm>
          <a:prstGeom prst="roundRect">
            <a:avLst>
              <a:gd name="adj" fmla="val 17301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858707" y="5151730"/>
            <a:ext cx="746150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42048" y="5524805"/>
            <a:ext cx="2331720" cy="0"/>
          </a:xfrm>
          <a:prstGeom prst="line">
            <a:avLst/>
          </a:prstGeom>
          <a:noFill/>
          <a:ln w="9525">
            <a:solidFill>
              <a:srgbClr val="CBD5D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0" y="5586984"/>
            <a:ext cx="2642616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SSID: EAGLEHAGEN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5789066"/>
            <a:ext cx="2642616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192.168.4.1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7086600" y="5991149"/>
            <a:ext cx="2642616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LabVIEW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46" name="Image 0" descr="Örnhag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in four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power-on to live values on your phone or tablet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92274" cy="2743200"/>
          </a:xfrm>
          <a:prstGeom prst="roundRect">
            <a:avLst>
              <a:gd name="adj" fmla="val 5005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84D7B"/>
          </a:solidFill>
          <a:ln w="12700">
            <a:solidFill>
              <a:srgbClr val="184D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17350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17350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sample line, O₂ and volume sensors. Switch on the +12 V supply.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40914" y="26517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015234" y="1737360"/>
            <a:ext cx="2192274" cy="2743200"/>
          </a:xfrm>
          <a:prstGeom prst="roundRect">
            <a:avLst>
              <a:gd name="adj" fmla="val 5005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3834" y="1965960"/>
            <a:ext cx="548640" cy="548640"/>
          </a:xfrm>
          <a:prstGeom prst="ellipse">
            <a:avLst/>
          </a:prstGeom>
          <a:solidFill>
            <a:srgbClr val="184D7B"/>
          </a:solidFill>
          <a:ln w="12700">
            <a:solidFill>
              <a:srgbClr val="184D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383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 txBox="1"/>
          <p:nvPr/>
        </p:nvSpPr>
        <p:spPr>
          <a:xfrm>
            <a:off x="3243834" y="2651760"/>
            <a:ext cx="17350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~15 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243834" y="3108960"/>
            <a:ext cx="17350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shows “Initializing”, “Connecting sensor”, then “Ready!” and the main screen.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07508" y="26517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481828" y="1737360"/>
            <a:ext cx="2192274" cy="2743200"/>
          </a:xfrm>
          <a:prstGeom prst="roundRect">
            <a:avLst>
              <a:gd name="adj" fmla="val 5005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0428" y="1965960"/>
            <a:ext cx="548640" cy="548640"/>
          </a:xfrm>
          <a:prstGeom prst="ellipse">
            <a:avLst/>
          </a:prstGeom>
          <a:solidFill>
            <a:srgbClr val="184D7B"/>
          </a:solidFill>
          <a:ln w="12700">
            <a:solidFill>
              <a:srgbClr val="184D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042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 txBox="1"/>
          <p:nvPr/>
        </p:nvSpPr>
        <p:spPr>
          <a:xfrm>
            <a:off x="5710428" y="2651760"/>
            <a:ext cx="17350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WiFi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710428" y="3108960"/>
            <a:ext cx="17350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or tablet, join the network EAGLEHAGEN. There is no password.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74102" y="26517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9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948422" y="1737360"/>
            <a:ext cx="2192274" cy="2743200"/>
          </a:xfrm>
          <a:prstGeom prst="roundRect">
            <a:avLst>
              <a:gd name="adj" fmla="val 5005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7022" y="1965960"/>
            <a:ext cx="548640" cy="548640"/>
          </a:xfrm>
          <a:prstGeom prst="ellipse">
            <a:avLst/>
          </a:prstGeom>
          <a:solidFill>
            <a:srgbClr val="184D7B"/>
          </a:solidFill>
          <a:ln w="12700">
            <a:solidFill>
              <a:srgbClr val="184D7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7702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60" dirty="0"/>
          </a:p>
        </p:txBody>
      </p:sp>
      <p:sp>
        <p:nvSpPr>
          <p:cNvPr id="25" name="Text 23"/>
          <p:cNvSpPr txBox="1"/>
          <p:nvPr/>
        </p:nvSpPr>
        <p:spPr>
          <a:xfrm>
            <a:off x="8177022" y="2651760"/>
            <a:ext cx="17350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page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177022" y="3108960"/>
            <a:ext cx="17350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browser, go to the web address shown below.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959205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address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257800"/>
            <a:ext cx="8951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http://eaglehagen.local</a:t>
            </a:r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or     </a:t>
            </a:r>
            <a:pPr indent="0" marL="0">
              <a:buNone/>
            </a:pPr>
            <a:r>
              <a:rPr lang="en-US" sz="26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http://192.168.4.1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263640"/>
            <a:ext cx="9592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PUMP badge is red, press the pump button (IO14) on the device, or tap Start Pump on the web page.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32" name="Image 0" descr="Örnhag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975616" y="7150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Eaglehagen CO₂ Monitor  ·  Basic setup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9226296" y="7150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device screen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important is visible without a phone or PC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7669" y="1464869"/>
            <a:ext cx="2926994" cy="5190134"/>
          </a:xfrm>
          <a:prstGeom prst="roundRect">
            <a:avLst>
              <a:gd name="adj" fmla="val 4686"/>
            </a:avLst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645920"/>
            <a:ext cx="2564892" cy="482803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645920"/>
            <a:ext cx="25648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Ornhagen</a:t>
            </a:r>
            <a:endParaRPr lang="en-US" sz="1485" dirty="0"/>
          </a:p>
        </p:txBody>
      </p:sp>
      <p:sp>
        <p:nvSpPr>
          <p:cNvPr id="7" name="Shape 5"/>
          <p:cNvSpPr/>
          <p:nvPr/>
        </p:nvSpPr>
        <p:spPr>
          <a:xfrm>
            <a:off x="3421685" y="1796796"/>
            <a:ext cx="150876" cy="15087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9246" y="2128723"/>
            <a:ext cx="2383841" cy="168981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9596" y="3414187"/>
            <a:ext cx="226314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565910" y="2626614"/>
            <a:ext cx="60350" cy="787573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626260" y="2463668"/>
            <a:ext cx="256489" cy="162946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82750" y="2463668"/>
            <a:ext cx="45263" cy="950519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8012" y="3414187"/>
            <a:ext cx="165964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3414187"/>
            <a:ext cx="226314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320290" y="2626614"/>
            <a:ext cx="60350" cy="787573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380640" y="2463668"/>
            <a:ext cx="256489" cy="162946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7130" y="2463668"/>
            <a:ext cx="45263" cy="950519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82392" y="3414187"/>
            <a:ext cx="165964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8356" y="3414187"/>
            <a:ext cx="226314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074670" y="2626614"/>
            <a:ext cx="60350" cy="787573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135020" y="2463668"/>
            <a:ext cx="256489" cy="162946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1510" y="2463668"/>
            <a:ext cx="45263" cy="950519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36772" y="3414187"/>
            <a:ext cx="165964" cy="0"/>
          </a:xfrm>
          <a:prstGeom prst="line">
            <a:avLst/>
          </a:prstGeom>
          <a:noFill/>
          <a:ln w="15875">
            <a:solidFill>
              <a:srgbClr val="5292B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39596" y="3577133"/>
            <a:ext cx="150876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Waveform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1279246" y="3909060"/>
            <a:ext cx="2383841" cy="663854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69771" y="3969410"/>
            <a:ext cx="90525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7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FCO2</a:t>
            </a:r>
            <a:endParaRPr lang="en-US" sz="907" dirty="0"/>
          </a:p>
        </p:txBody>
      </p:sp>
      <p:sp>
        <p:nvSpPr>
          <p:cNvPr id="27" name="Text 25"/>
          <p:cNvSpPr txBox="1"/>
          <p:nvPr/>
        </p:nvSpPr>
        <p:spPr>
          <a:xfrm>
            <a:off x="1641348" y="4059936"/>
            <a:ext cx="135788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1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2310" dirty="0"/>
          </a:p>
        </p:txBody>
      </p:sp>
      <p:sp>
        <p:nvSpPr>
          <p:cNvPr id="28" name="Text 26"/>
          <p:cNvSpPr txBox="1"/>
          <p:nvPr/>
        </p:nvSpPr>
        <p:spPr>
          <a:xfrm>
            <a:off x="2999232" y="4150462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1279246" y="4663440"/>
            <a:ext cx="2383841" cy="663854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69771" y="4723790"/>
            <a:ext cx="90525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7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907" dirty="0"/>
          </a:p>
        </p:txBody>
      </p:sp>
      <p:sp>
        <p:nvSpPr>
          <p:cNvPr id="31" name="Text 29"/>
          <p:cNvSpPr txBox="1"/>
          <p:nvPr/>
        </p:nvSpPr>
        <p:spPr>
          <a:xfrm>
            <a:off x="1641348" y="4814316"/>
            <a:ext cx="135788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1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</a:t>
            </a:r>
            <a:endParaRPr lang="en-US" sz="2310" dirty="0"/>
          </a:p>
        </p:txBody>
      </p:sp>
      <p:sp>
        <p:nvSpPr>
          <p:cNvPr id="32" name="Text 30"/>
          <p:cNvSpPr txBox="1"/>
          <p:nvPr/>
        </p:nvSpPr>
        <p:spPr>
          <a:xfrm>
            <a:off x="2999232" y="4904842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90" dirty="0"/>
          </a:p>
        </p:txBody>
      </p:sp>
      <p:sp>
        <p:nvSpPr>
          <p:cNvPr id="33" name="Shape 31"/>
          <p:cNvSpPr/>
          <p:nvPr/>
        </p:nvSpPr>
        <p:spPr>
          <a:xfrm>
            <a:off x="1279246" y="5447995"/>
            <a:ext cx="724205" cy="256489"/>
          </a:xfrm>
          <a:prstGeom prst="roundRect">
            <a:avLst>
              <a:gd name="adj" fmla="val 1782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79246" y="5447995"/>
            <a:ext cx="72420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2093976" y="5447995"/>
            <a:ext cx="724205" cy="256489"/>
          </a:xfrm>
          <a:prstGeom prst="roundRect">
            <a:avLst>
              <a:gd name="adj" fmla="val 1782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093976" y="5447995"/>
            <a:ext cx="72420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2908706" y="5447995"/>
            <a:ext cx="724205" cy="256489"/>
          </a:xfrm>
          <a:prstGeom prst="roundRect">
            <a:avLst>
              <a:gd name="adj" fmla="val 1782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08706" y="5447995"/>
            <a:ext cx="72420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1339596" y="5810098"/>
            <a:ext cx="2263140" cy="0"/>
          </a:xfrm>
          <a:prstGeom prst="line">
            <a:avLst/>
          </a:prstGeom>
          <a:noFill/>
          <a:ln w="9525">
            <a:solidFill>
              <a:srgbClr val="CBD5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88720" y="5870448"/>
            <a:ext cx="2564892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SSID: EAGLEHAGEN</a:t>
            </a:r>
            <a:endParaRPr lang="en-US" sz="825" dirty="0"/>
          </a:p>
        </p:txBody>
      </p:sp>
      <p:sp>
        <p:nvSpPr>
          <p:cNvPr id="41" name="Text 39"/>
          <p:cNvSpPr txBox="1"/>
          <p:nvPr/>
        </p:nvSpPr>
        <p:spPr>
          <a:xfrm>
            <a:off x="1188720" y="6066587"/>
            <a:ext cx="2564892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192.168.4.1</a:t>
            </a:r>
            <a:endParaRPr lang="en-US" sz="825" dirty="0"/>
          </a:p>
        </p:txBody>
      </p:sp>
      <p:sp>
        <p:nvSpPr>
          <p:cNvPr id="42" name="Text 40"/>
          <p:cNvSpPr txBox="1"/>
          <p:nvPr/>
        </p:nvSpPr>
        <p:spPr>
          <a:xfrm>
            <a:off x="1188720" y="6262726"/>
            <a:ext cx="2564892" cy="196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LabVIEW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3982212" y="1872234"/>
            <a:ext cx="909828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1689354"/>
            <a:ext cx="365760" cy="365760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37760" y="168935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40" dirty="0"/>
          </a:p>
        </p:txBody>
      </p:sp>
      <p:sp>
        <p:nvSpPr>
          <p:cNvPr id="46" name="Text 44"/>
          <p:cNvSpPr txBox="1"/>
          <p:nvPr/>
        </p:nvSpPr>
        <p:spPr>
          <a:xfrm>
            <a:off x="5440680" y="1671066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WiFi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dot: the WiFi network is on.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982212" y="2973629"/>
            <a:ext cx="909828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2790749"/>
            <a:ext cx="365760" cy="365760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37760" y="27907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40" dirty="0"/>
          </a:p>
        </p:txBody>
      </p:sp>
      <p:sp>
        <p:nvSpPr>
          <p:cNvPr id="50" name="Text 48"/>
          <p:cNvSpPr txBox="1"/>
          <p:nvPr/>
        </p:nvSpPr>
        <p:spPr>
          <a:xfrm>
            <a:off x="5440680" y="2772461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waveform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curve of every breath, scaled automatically.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982212" y="4240987"/>
            <a:ext cx="909828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37760" y="4058107"/>
            <a:ext cx="365760" cy="365760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937760" y="405810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40" dirty="0"/>
          </a:p>
        </p:txBody>
      </p:sp>
      <p:sp>
        <p:nvSpPr>
          <p:cNvPr id="54" name="Text 52"/>
          <p:cNvSpPr txBox="1"/>
          <p:nvPr/>
        </p:nvSpPr>
        <p:spPr>
          <a:xfrm>
            <a:off x="5440680" y="4039819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FCO2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CO₂ value in kPa.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982212" y="4995367"/>
            <a:ext cx="909828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0" y="4812487"/>
            <a:ext cx="365760" cy="365760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37760" y="481248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40" dirty="0"/>
          </a:p>
        </p:txBody>
      </p:sp>
      <p:sp>
        <p:nvSpPr>
          <p:cNvPr id="58" name="Text 56"/>
          <p:cNvSpPr txBox="1"/>
          <p:nvPr/>
        </p:nvSpPr>
        <p:spPr>
          <a:xfrm>
            <a:off x="5440680" y="4794199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concentration in %.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982212" y="5568696"/>
            <a:ext cx="909828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5385816"/>
            <a:ext cx="365760" cy="365760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937760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40" dirty="0"/>
          </a:p>
        </p:txBody>
      </p:sp>
      <p:sp>
        <p:nvSpPr>
          <p:cNvPr id="62" name="Text 60"/>
          <p:cNvSpPr txBox="1"/>
          <p:nvPr/>
        </p:nvSpPr>
        <p:spPr>
          <a:xfrm>
            <a:off x="5440680" y="5367528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badges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OK, red = problem. See next page.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3982212" y="6172200"/>
            <a:ext cx="909828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5989320"/>
            <a:ext cx="365760" cy="365760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937760" y="5989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40" dirty="0"/>
          </a:p>
        </p:txBody>
      </p:sp>
      <p:sp>
        <p:nvSpPr>
          <p:cNvPr id="66" name="Text 64"/>
          <p:cNvSpPr txBox="1"/>
          <p:nvPr/>
        </p:nvSpPr>
        <p:spPr>
          <a:xfrm>
            <a:off x="5440680" y="5971032"/>
            <a:ext cx="4700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output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name, web address and the USB format (“Out:”).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68" name="Image 0" descr="Örnhag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  <p:sp>
        <p:nvSpPr>
          <p:cNvPr id="69" name="Text 66"/>
          <p:cNvSpPr txBox="1"/>
          <p:nvPr/>
        </p:nvSpPr>
        <p:spPr>
          <a:xfrm>
            <a:off x="1975616" y="7150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Eaglehagen CO₂ Monitor  ·  Basic setup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9226296" y="7150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 and alarms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buttons on the board, three alarm badges on the screen and web page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548640" cy="548640"/>
          </a:xfrm>
          <a:prstGeom prst="ellipse">
            <a:avLst/>
          </a:prstGeom>
          <a:solidFill>
            <a:srgbClr val="2B2F36"/>
          </a:solidFill>
          <a:ln w="38100">
            <a:solidFill>
              <a:srgbClr val="8A94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button (IO14)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51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sample pump. Use it when the PUMP badge is 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2B2F36"/>
          </a:solidFill>
          <a:ln w="38100">
            <a:solidFill>
              <a:srgbClr val="8A94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button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USB output between LabVIEW and ASCII (see “Out:”).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DF2E9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188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hold BOOT while switching the device on. It then starts in programming mode and the monitor will not run. Just switch off and on again.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691640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badges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57800" y="2148840"/>
            <a:ext cx="488289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2496312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24963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267712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pump stopped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624328"/>
            <a:ext cx="3374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pump button or Start Pump on the web page.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57800" y="3429000"/>
            <a:ext cx="488289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3776472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0" y="37764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547872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in the sample line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904488"/>
            <a:ext cx="3374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sample line and its connectors.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57800" y="4709160"/>
            <a:ext cx="488289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5056632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0" y="5056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4828032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line blocked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184648"/>
            <a:ext cx="3374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kinks, water or a full water trap. Then restart the pump.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6035040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the analyser is sampling normally.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33" name="Image 0" descr="Örnhag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975616" y="7150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Eaglehagen CO₂ Monitor  ·  Basic setup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9226296" y="7150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page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values, charts, pump control and data export on any phone, tablet or laptop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754880" cy="48463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700784"/>
            <a:ext cx="4736592" cy="320040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eaglehagen.local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Örnhagens Monitor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0360" y="21488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21488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65576" y="21488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65576" y="21488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50792" y="21488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50792" y="21488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36008" y="2148840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36008" y="214884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5877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EtCO₂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7706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18488" y="256032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18488" y="25877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618488" y="27706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05456" y="256032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05456" y="25877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2505456" y="27706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92424" y="256032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92424" y="25877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392424" y="27706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79392" y="2560320"/>
            <a:ext cx="804672" cy="640080"/>
          </a:xfrm>
          <a:prstGeom prst="roundRect">
            <a:avLst>
              <a:gd name="adj" fmla="val 8571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79392" y="25877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279392" y="27706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1520" y="333756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3941796"/>
            <a:ext cx="252374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075334" y="3591763"/>
            <a:ext cx="67300" cy="350032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142634" y="3519343"/>
            <a:ext cx="286024" cy="7242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28659" y="3519343"/>
            <a:ext cx="50475" cy="422453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79133" y="3941796"/>
            <a:ext cx="185075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64208" y="3941796"/>
            <a:ext cx="252374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1916582" y="3591763"/>
            <a:ext cx="67300" cy="350032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983882" y="3519343"/>
            <a:ext cx="286024" cy="7242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69907" y="3519343"/>
            <a:ext cx="50475" cy="422453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20381" y="3941796"/>
            <a:ext cx="185075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05456" y="3941796"/>
            <a:ext cx="252374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2757830" y="3591763"/>
            <a:ext cx="67300" cy="350032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825130" y="3519343"/>
            <a:ext cx="286024" cy="7242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11155" y="3519343"/>
            <a:ext cx="50475" cy="422453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61629" y="3941796"/>
            <a:ext cx="185075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46704" y="3941796"/>
            <a:ext cx="252374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599078" y="3591763"/>
            <a:ext cx="67300" cy="350032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666378" y="3519343"/>
            <a:ext cx="286024" cy="7242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52403" y="3519343"/>
            <a:ext cx="50475" cy="422453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02877" y="3941796"/>
            <a:ext cx="185075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87952" y="3941796"/>
            <a:ext cx="252374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440326" y="3591763"/>
            <a:ext cx="67300" cy="350032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507626" y="3519343"/>
            <a:ext cx="286024" cy="7242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93651" y="3519343"/>
            <a:ext cx="50475" cy="422453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44125" y="3941796"/>
            <a:ext cx="185075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114800" y="33741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(kPa)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31520" y="420624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2960" y="4617720"/>
            <a:ext cx="4206240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114800" y="424281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(%)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31520" y="507492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2960" y="5577840"/>
            <a:ext cx="4206240" cy="0"/>
          </a:xfrm>
          <a:prstGeom prst="line">
            <a:avLst/>
          </a:prstGeom>
          <a:noFill/>
          <a:ln w="12700">
            <a:solidFill>
              <a:srgbClr val="5292B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114800" y="51114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(mL)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31520" y="6007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184D7B"/>
          </a:solidFill>
          <a:ln w="12700">
            <a:solidFill>
              <a:srgbClr val="184D7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31520" y="60076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Pump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618488" y="6007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184D7B"/>
          </a:solidFill>
          <a:ln w="12700">
            <a:solidFill>
              <a:srgbClr val="184D7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618488" y="60076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505456" y="6007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505456" y="60076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CSV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392424" y="6007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392424" y="60076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JSON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279392" y="6007608"/>
            <a:ext cx="804672" cy="292608"/>
          </a:xfrm>
          <a:prstGeom prst="roundRect">
            <a:avLst>
              <a:gd name="adj" fmla="val 15625"/>
            </a:avLst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279392" y="600760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5669280" y="1691640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Pump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5669280" y="2020824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analyser’s sample pump.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669280" y="2560320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Calibration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5669280" y="2889504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Zeroes the CO₂ reading. Only with room air in the sample line, never with breath.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5669280" y="3429000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CSV / JSON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5669280" y="3758184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recorded data (spreadsheet, or for Python/MATLAB).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5669280" y="4297680"/>
            <a:ext cx="4471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Data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5669280" y="4626864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Empties the recording and resets the charts.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669280" y="5303520"/>
            <a:ext cx="4471416" cy="1234440"/>
          </a:xfrm>
          <a:prstGeom prst="roundRect">
            <a:avLst>
              <a:gd name="adj" fmla="val 8889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897880" y="5394960"/>
            <a:ext cx="4014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lives in the browser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keeps the last 2 minutes: save soon after an event and keep the page open. For longer recordings, use the PC monitor page (page 7).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85" name="Image 0" descr="Örnhag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  <p:sp>
        <p:nvSpPr>
          <p:cNvPr id="86" name="Text 83"/>
          <p:cNvSpPr txBox="1"/>
          <p:nvPr/>
        </p:nvSpPr>
        <p:spPr>
          <a:xfrm>
            <a:off x="1975616" y="7150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Eaglehagen CO₂ Monitor  ·  Basic setup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9226296" y="7150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LabVIEW PC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LabVIEW program works unchanged, over one USB-C cable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shows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“Out: LabVIEW”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73552" y="2377440"/>
            <a:ext cx="539496" cy="0"/>
          </a:xfrm>
          <a:prstGeom prst="line">
            <a:avLst/>
          </a:prstGeom>
          <a:noFill/>
          <a:ln w="31750">
            <a:solidFill>
              <a:srgbClr val="184D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7830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E8F1F8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baud, 8N1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1112" y="2377440"/>
            <a:ext cx="539496" cy="0"/>
          </a:xfrm>
          <a:prstGeom prst="line">
            <a:avLst/>
          </a:prstGeom>
          <a:noFill/>
          <a:ln w="31750">
            <a:solidFill>
              <a:srgbClr val="184D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17830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LabVIEW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420624" cy="420624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96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10712"/>
            <a:ext cx="8951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monitor’s USB-C port to the PC. Use a data cable, not a charge-only cable.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420624" cy="420624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96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69080"/>
            <a:ext cx="8951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screen shows “Out: LabVIEW”. If it shows “Out: ASCII”, press the BOOT button once.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745736"/>
            <a:ext cx="420624" cy="420624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745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96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727448"/>
            <a:ext cx="8951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LabVIEW, select the monitor’s COM port (Windows Device Manager → Ports: “USB Serial Device”).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404104"/>
            <a:ext cx="420624" cy="420624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404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96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385816"/>
            <a:ext cx="8951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(restart pump) and F2 (zero CO₂) work as before. The web page can be used at the same time.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72200"/>
            <a:ext cx="9592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format: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lines (CO₂ kPa, O₂ %, RR, volume, status) for Excel, Python or a terminal. Lines starting with # are messages and can be skipped. </a:t>
            </a:r>
            <a:pPr indent="0" marL="0">
              <a:buNone/>
            </a:pPr>
            <a:r>
              <a:rPr lang="en-US" sz="12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LabVIEW? See the next page.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31" name="Image 0" descr="Örnhag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975616" y="7150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Eaglehagen CO₂ Monitor  ·  Basic setup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226296" y="7150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on a PC without LabVIEW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page for Chrome or Edge: live values, charts and CSV recording over USB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3776" y="1591056"/>
            <a:ext cx="5184648" cy="4338828"/>
          </a:xfrm>
          <a:prstGeom prst="roundRect">
            <a:avLst>
              <a:gd name="adj" fmla="val 1686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pic>
        <p:nvPicPr>
          <p:cNvPr id="5" name="Image 0" descr="Screenshot of the PC monitor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074920" cy="42291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847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page, light theme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9320" y="1645920"/>
            <a:ext cx="4151376" cy="109728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73736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both output formats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LabVIEW and ASCII are detected automatically, even if BOOT is pressed while connected.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3017520"/>
            <a:ext cx="420624" cy="420624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96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980944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it over WiFi (once)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29184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EAGLEHAGEN, open eaglehagen.local and click “Download” at the bottom.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89320" y="3886200"/>
            <a:ext cx="420624" cy="420624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8932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96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849624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the USB cable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416052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LabVIEW first: only one program can use the COM port.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89320" y="4754880"/>
            <a:ext cx="420624" cy="420624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8932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96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4718304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saved file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502920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Chrome or Edge. First time: “Add port…” and choose the monitor.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89320" y="5623560"/>
            <a:ext cx="420624" cy="420624"/>
          </a:xfrm>
          <a:prstGeom prst="ellipse">
            <a:avLst/>
          </a:prstGeom>
          <a:solidFill>
            <a:srgbClr val="5292BD"/>
          </a:solidFill>
          <a:ln w="12700">
            <a:solidFill>
              <a:srgbClr val="5292B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89320" y="5623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96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5586984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record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5897880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“Connect selection”. Everything is recorded; “Save CSV” stores it.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989320" y="6492240"/>
            <a:ext cx="4151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carries its own copy of this page, so no other files are needed. Start pump and Zero calibration work here too.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27" name="Image 1" descr="Örnhagen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975616" y="7150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Eaglehagen CO₂ Monitor  ·  Basic setup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9226296" y="7150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is wrong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situations and what to do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9592056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648309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D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D7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stays dark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+12 V supply and the power lead to the board.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 on “Connecting sensor”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continues after 10 s. If no values appear, check the analyser’s power and serial cable.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CO₂ line, no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sample line connected and the PUMP badge green? Try Start Pump.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reads high with no breath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Zero Calibration with room air in the sample line.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OCCL or LEAK badge 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Kinked, wet or loose sample line, or a full water trap. Fix, then Start Pump.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EAGLEHAGEN network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for the main screen, move closer, or switch the device off and 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page does not 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phone still on EAGLEHAGEN? Allow it to stay on a network without internet. Try http://192.168.4.1.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LabVIEW gets no or garbled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Data-capable USB cable? Correct COM port? Screen must show “Out: LabVIEW”.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4D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monitor page cannot connect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LabVIEW (only one program per port). Use Chrome or Edge.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6" name="Image 0" descr="Örnhag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975616" y="7150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Eaglehagen CO₂ Monitor  ·  Basic setup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9226296" y="7150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page next to the monitor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2274" cy="2103120"/>
          </a:xfrm>
          <a:prstGeom prst="roundRect">
            <a:avLst>
              <a:gd name="adj" fmla="val 5217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826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network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826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EAGLEHAGEN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1826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5234" y="1691640"/>
            <a:ext cx="219227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98114" y="1920240"/>
            <a:ext cx="1826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address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98114" y="2377440"/>
            <a:ext cx="1826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eaglehagen.local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198114" y="3200400"/>
            <a:ext cx="1826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192.168.4.1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1828" y="1691640"/>
            <a:ext cx="2192274" cy="2103120"/>
          </a:xfrm>
          <a:prstGeom prst="roundRect">
            <a:avLst>
              <a:gd name="adj" fmla="val 5217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4708" y="1920240"/>
            <a:ext cx="1826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button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4708" y="2377440"/>
            <a:ext cx="1826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664708" y="3200400"/>
            <a:ext cx="1826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sample pump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48422" y="1691640"/>
            <a:ext cx="219227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1302" y="1920240"/>
            <a:ext cx="1826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button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1302" y="2377440"/>
            <a:ext cx="1826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LabVIEW ⇄ ASCII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131302" y="3200400"/>
            <a:ext cx="1826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output format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2192274" cy="2103120"/>
          </a:xfrm>
          <a:prstGeom prst="roundRect">
            <a:avLst>
              <a:gd name="adj" fmla="val 5217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43400"/>
            <a:ext cx="1826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EtCO₂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800600"/>
            <a:ext cx="1826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4.5–6.0 kPa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623560"/>
            <a:ext cx="1826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35–45 mmHg, adult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5234" y="4114800"/>
            <a:ext cx="219227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98114" y="4343400"/>
            <a:ext cx="1826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air O₂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98114" y="4800600"/>
            <a:ext cx="1826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20.9 %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3198114" y="5623560"/>
            <a:ext cx="1826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check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1828" y="4114800"/>
            <a:ext cx="2192274" cy="2103120"/>
          </a:xfrm>
          <a:prstGeom prst="roundRect">
            <a:avLst>
              <a:gd name="adj" fmla="val 5217"/>
            </a:avLst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4708" y="4343400"/>
            <a:ext cx="1826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664708" y="4800600"/>
            <a:ext cx="1826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115200 8N1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664708" y="5623560"/>
            <a:ext cx="1826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frames per second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48422" y="4114800"/>
            <a:ext cx="219227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31302" y="4343400"/>
            <a:ext cx="1826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recording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131302" y="4800600"/>
            <a:ext cx="1826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minutes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8131302" y="5623560"/>
            <a:ext cx="1826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longer: PC monitor page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79504" y="7150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Teknosofen</a:t>
            </a:r>
            <a:endParaRPr lang="en-US" sz="1000" dirty="0"/>
          </a:p>
        </p:txBody>
      </p:sp>
      <p:pic>
        <p:nvPicPr>
          <p:cNvPr id="37" name="Image 0" descr="Örnhage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958584"/>
            <a:ext cx="393704" cy="420624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975616" y="7150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Eaglehagen CO₂ Monitor  ·  Basic setup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9226296" y="7150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Eaglehagen CO2 Monitor - Basic Setup</dc:title>
  <dc:subject>PptxGenJS Presentation</dc:subject>
  <dc:creator>Teknosofen</dc:creator>
  <cp:lastModifiedBy>Teknosofen</cp:lastModifiedBy>
  <cp:revision>1</cp:revision>
  <dcterms:created xsi:type="dcterms:W3CDTF">2026-09-27T18:28:33Z</dcterms:created>
  <dcterms:modified xsi:type="dcterms:W3CDTF">2026-09-27T18:28:33Z</dcterms:modified>
</cp:coreProperties>
</file>