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eknosofen/EagleHagen" TargetMode="External"/><Relationship Id="rId2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Teknosofen/EagleHagen" TargetMode="External"/><Relationship Id="rId2" Type="http://schemas.openxmlformats.org/officeDocument/2006/relationships/image" Target="../media/image-9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6035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 CO₂ Monitor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529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setup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guide to getting started with the monitor: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web page, alarms, LabVIEW and the PC monitor page.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Dr. Örnhagen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4864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documentation: </a:t>
            </a:r>
            <a:pPr indent="0" marL="0">
              <a:buNone/>
            </a:pPr>
            <a:r>
              <a:rPr lang="en-US" sz="1400" b="1" u="sng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github.com/Teknosofen/EagleHagen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00062" y="1047902"/>
            <a:ext cx="3015691" cy="5347411"/>
          </a:xfrm>
          <a:prstGeom prst="roundRect">
            <a:avLst>
              <a:gd name="adj" fmla="val 4548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86600" y="1234440"/>
            <a:ext cx="2642616" cy="4974336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86600" y="1234440"/>
            <a:ext cx="26426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9387230" y="1389888"/>
            <a:ext cx="155448" cy="155448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79869" y="1731874"/>
            <a:ext cx="2456078" cy="174101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4204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747522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753739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0166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4829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1928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25246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31463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7890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2553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96528" y="3056291"/>
            <a:ext cx="233172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029700" y="2244852"/>
            <a:ext cx="62179" cy="81143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91879" y="2076968"/>
            <a:ext cx="264262" cy="167884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6141" y="2076968"/>
            <a:ext cx="46634" cy="979322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402775" y="3056291"/>
            <a:ext cx="170993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42048" y="3224174"/>
            <a:ext cx="155448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79869" y="356616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73138" y="362833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35" dirty="0"/>
          </a:p>
        </p:txBody>
      </p:sp>
      <p:sp>
        <p:nvSpPr>
          <p:cNvPr id="30" name="Text 28"/>
          <p:cNvSpPr txBox="1"/>
          <p:nvPr/>
        </p:nvSpPr>
        <p:spPr>
          <a:xfrm>
            <a:off x="7552944" y="372160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80" dirty="0"/>
          </a:p>
        </p:txBody>
      </p:sp>
      <p:sp>
        <p:nvSpPr>
          <p:cNvPr id="31" name="Text 29"/>
          <p:cNvSpPr txBox="1"/>
          <p:nvPr/>
        </p:nvSpPr>
        <p:spPr>
          <a:xfrm>
            <a:off x="8951976" y="381487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7179869" y="4343400"/>
            <a:ext cx="2456078" cy="683971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73138" y="4405579"/>
            <a:ext cx="932688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5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35" dirty="0"/>
          </a:p>
        </p:txBody>
      </p:sp>
      <p:sp>
        <p:nvSpPr>
          <p:cNvPr id="34" name="Text 32"/>
          <p:cNvSpPr txBox="1"/>
          <p:nvPr/>
        </p:nvSpPr>
        <p:spPr>
          <a:xfrm>
            <a:off x="7552944" y="4498848"/>
            <a:ext cx="13990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80" dirty="0"/>
          </a:p>
        </p:txBody>
      </p:sp>
      <p:sp>
        <p:nvSpPr>
          <p:cNvPr id="35" name="Text 33"/>
          <p:cNvSpPr txBox="1"/>
          <p:nvPr/>
        </p:nvSpPr>
        <p:spPr>
          <a:xfrm>
            <a:off x="8951976" y="4592117"/>
            <a:ext cx="621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020" dirty="0"/>
          </a:p>
        </p:txBody>
      </p:sp>
      <p:sp>
        <p:nvSpPr>
          <p:cNvPr id="36" name="Shape 34"/>
          <p:cNvSpPr/>
          <p:nvPr/>
        </p:nvSpPr>
        <p:spPr>
          <a:xfrm>
            <a:off x="7179869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79869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19288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9288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858707" y="5151730"/>
            <a:ext cx="746150" cy="264262"/>
          </a:xfrm>
          <a:prstGeom prst="roundRect">
            <a:avLst>
              <a:gd name="adj" fmla="val 17301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58707" y="5151730"/>
            <a:ext cx="746150" cy="264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42048" y="5524805"/>
            <a:ext cx="233172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086600" y="5586984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086600" y="5789066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086600" y="5991149"/>
            <a:ext cx="2642616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47" name="Image 0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started in four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power-on to live values on your phone or tablet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sample line, O₂ and volume sensors. Switch on the +12 V supply.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40914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015234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3834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383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3243834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~15 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43834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shows “Initializing”, “Connecting sensor”, then “Ready!” and the main screen.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207508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481828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10428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1042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710428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 WiFi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710428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phone or tablet, join the network EAGLEHAGEN. There is no password.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674102" y="26517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29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7948422" y="1737360"/>
            <a:ext cx="2192274" cy="2743200"/>
          </a:xfrm>
          <a:prstGeom prst="roundRect">
            <a:avLst>
              <a:gd name="adj" fmla="val 5005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7022" y="1965960"/>
            <a:ext cx="548640" cy="548640"/>
          </a:xfrm>
          <a:prstGeom prst="ellipse">
            <a:avLst/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77022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8177022" y="2651760"/>
            <a:ext cx="17350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page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177022" y="3108960"/>
            <a:ext cx="173507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browser, go to the web address shown below.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9592056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257800"/>
            <a:ext cx="8951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http://eaglehagen.local</a:t>
            </a:r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or     </a:t>
            </a:r>
            <a:pPr indent="0" marL="0">
              <a:buNone/>
            </a:pPr>
            <a:r>
              <a:rPr lang="en-US" sz="26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http://192.168.4.1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263640"/>
            <a:ext cx="9592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PUMP badge is red, press the pump button (IO14) on the device, or tap Start Pump on the web page.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2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device screen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important is visible without a phone or PC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7669" y="1464869"/>
            <a:ext cx="2926994" cy="5190134"/>
          </a:xfrm>
          <a:prstGeom prst="roundRect">
            <a:avLst>
              <a:gd name="adj" fmla="val 4686"/>
            </a:avLst>
          </a:prstGeom>
          <a:solidFill>
            <a:srgbClr val="2B2F36"/>
          </a:solidFill>
          <a:ln w="12700">
            <a:solidFill>
              <a:srgbClr val="2B2F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645920"/>
            <a:ext cx="2564892" cy="4828032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645920"/>
            <a:ext cx="2564892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5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Ornhagen</a:t>
            </a:r>
            <a:endParaRPr lang="en-US" sz="1485" dirty="0"/>
          </a:p>
        </p:txBody>
      </p:sp>
      <p:sp>
        <p:nvSpPr>
          <p:cNvPr id="7" name="Shape 5"/>
          <p:cNvSpPr/>
          <p:nvPr/>
        </p:nvSpPr>
        <p:spPr>
          <a:xfrm>
            <a:off x="3421685" y="1796796"/>
            <a:ext cx="150876" cy="150876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79246" y="2128723"/>
            <a:ext cx="2383841" cy="168981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3959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6591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2626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8275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801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9397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32029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38064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3713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8239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8356" y="3414187"/>
            <a:ext cx="22631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074670" y="2626614"/>
            <a:ext cx="60350" cy="787573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135020" y="2463668"/>
            <a:ext cx="256489" cy="162946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91510" y="2463668"/>
            <a:ext cx="45263" cy="950519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36772" y="3414187"/>
            <a:ext cx="165964" cy="0"/>
          </a:xfrm>
          <a:prstGeom prst="line">
            <a:avLst/>
          </a:prstGeom>
          <a:noFill/>
          <a:ln w="15875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339596" y="3577133"/>
            <a:ext cx="1508760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Waveform</a:t>
            </a:r>
            <a:endParaRPr lang="en-US" sz="825" dirty="0"/>
          </a:p>
        </p:txBody>
      </p:sp>
      <p:sp>
        <p:nvSpPr>
          <p:cNvPr id="25" name="Shape 23"/>
          <p:cNvSpPr/>
          <p:nvPr/>
        </p:nvSpPr>
        <p:spPr>
          <a:xfrm>
            <a:off x="1279246" y="390906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69771" y="396941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</a:t>
            </a:r>
            <a:endParaRPr lang="en-US" sz="907" dirty="0"/>
          </a:p>
        </p:txBody>
      </p:sp>
      <p:sp>
        <p:nvSpPr>
          <p:cNvPr id="27" name="Text 25"/>
          <p:cNvSpPr txBox="1"/>
          <p:nvPr/>
        </p:nvSpPr>
        <p:spPr>
          <a:xfrm>
            <a:off x="1641348" y="405993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2310" dirty="0"/>
          </a:p>
        </p:txBody>
      </p:sp>
      <p:sp>
        <p:nvSpPr>
          <p:cNvPr id="28" name="Text 26"/>
          <p:cNvSpPr txBox="1"/>
          <p:nvPr/>
        </p:nvSpPr>
        <p:spPr>
          <a:xfrm>
            <a:off x="2999232" y="415046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kPa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279246" y="4663440"/>
            <a:ext cx="2383841" cy="663854"/>
          </a:xfrm>
          <a:prstGeom prst="roundRect">
            <a:avLst>
              <a:gd name="adj" fmla="val 8264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69771" y="4723790"/>
            <a:ext cx="905256" cy="211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7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907" dirty="0"/>
          </a:p>
        </p:txBody>
      </p:sp>
      <p:sp>
        <p:nvSpPr>
          <p:cNvPr id="31" name="Text 29"/>
          <p:cNvSpPr txBox="1"/>
          <p:nvPr/>
        </p:nvSpPr>
        <p:spPr>
          <a:xfrm>
            <a:off x="1641348" y="4814316"/>
            <a:ext cx="1357884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1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2310" dirty="0"/>
          </a:p>
        </p:txBody>
      </p:sp>
      <p:sp>
        <p:nvSpPr>
          <p:cNvPr id="32" name="Text 30"/>
          <p:cNvSpPr txBox="1"/>
          <p:nvPr/>
        </p:nvSpPr>
        <p:spPr>
          <a:xfrm>
            <a:off x="2999232" y="4904842"/>
            <a:ext cx="6035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27924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7924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209397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09397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908706" y="5447995"/>
            <a:ext cx="724205" cy="256489"/>
          </a:xfrm>
          <a:prstGeom prst="roundRect">
            <a:avLst>
              <a:gd name="adj" fmla="val 1782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908706" y="5447995"/>
            <a:ext cx="724205" cy="256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1339596" y="5810098"/>
            <a:ext cx="2263140" cy="0"/>
          </a:xfrm>
          <a:prstGeom prst="line">
            <a:avLst/>
          </a:prstGeom>
          <a:noFill/>
          <a:ln w="9525">
            <a:solidFill>
              <a:srgbClr val="CBD5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88720" y="5870448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SSID: EAGLEHAGEN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1188720" y="6066587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IP: 192.168.4.1</a:t>
            </a:r>
            <a:endParaRPr lang="en-US" sz="825" dirty="0"/>
          </a:p>
        </p:txBody>
      </p:sp>
      <p:sp>
        <p:nvSpPr>
          <p:cNvPr id="42" name="Text 40"/>
          <p:cNvSpPr txBox="1"/>
          <p:nvPr/>
        </p:nvSpPr>
        <p:spPr>
          <a:xfrm>
            <a:off x="1188720" y="6262726"/>
            <a:ext cx="2564892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LabVIEW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3982212" y="1872234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0" y="1689354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937760" y="16893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40" dirty="0"/>
          </a:p>
        </p:txBody>
      </p:sp>
      <p:sp>
        <p:nvSpPr>
          <p:cNvPr id="46" name="Text 44"/>
          <p:cNvSpPr txBox="1"/>
          <p:nvPr/>
        </p:nvSpPr>
        <p:spPr>
          <a:xfrm>
            <a:off x="5440680" y="1671066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and WiFi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dot: the WiFi network is on.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982212" y="2973629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937760" y="2790749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937760" y="279074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4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2772461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waveform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curve of every breath, scaled automatically.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982212" y="424098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37760" y="405810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937760" y="405810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4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403981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FCO2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CO₂ value in kPa.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82212" y="4995367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0" y="4812487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937760" y="481248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40" dirty="0"/>
          </a:p>
        </p:txBody>
      </p:sp>
      <p:sp>
        <p:nvSpPr>
          <p:cNvPr id="58" name="Text 56"/>
          <p:cNvSpPr txBox="1"/>
          <p:nvPr/>
        </p:nvSpPr>
        <p:spPr>
          <a:xfrm>
            <a:off x="5440680" y="4794199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concentration in %.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3982212" y="5568696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0" y="5385816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937760" y="5385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40" dirty="0"/>
          </a:p>
        </p:txBody>
      </p:sp>
      <p:sp>
        <p:nvSpPr>
          <p:cNvPr id="62" name="Text 60"/>
          <p:cNvSpPr txBox="1"/>
          <p:nvPr/>
        </p:nvSpPr>
        <p:spPr>
          <a:xfrm>
            <a:off x="5440680" y="5367528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badges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OK, red = problem. See next page.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3982212" y="6172200"/>
            <a:ext cx="909828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937760" y="5989320"/>
            <a:ext cx="365760" cy="365760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937760" y="5989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40" dirty="0"/>
          </a:p>
        </p:txBody>
      </p:sp>
      <p:sp>
        <p:nvSpPr>
          <p:cNvPr id="66" name="Text 64"/>
          <p:cNvSpPr txBox="1"/>
          <p:nvPr/>
        </p:nvSpPr>
        <p:spPr>
          <a:xfrm>
            <a:off x="5440680" y="5971032"/>
            <a:ext cx="4700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output  </a:t>
            </a:r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name, web address and the USB format (“Out:”).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68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69" name="Text 66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70" name="Text 67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 and alarms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buttons on the board, three alarm badges on the screen and web page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Buttons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423160"/>
            <a:ext cx="548640" cy="548640"/>
          </a:xfrm>
          <a:prstGeom prst="ellipse">
            <a:avLst/>
          </a:prstGeom>
          <a:solidFill>
            <a:srgbClr val="2B2F36"/>
          </a:solidFill>
          <a:ln w="38100">
            <a:solidFill>
              <a:srgbClr val="8A949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button (IO14)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51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pump. Use it when the PUMP badge is 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4206240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2B2F36"/>
          </a:solidFill>
          <a:ln w="38100">
            <a:solidFill>
              <a:srgbClr val="8A949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3566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button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931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the USB output between LabVIEW and ASCII (see “Out:”).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4206240" cy="1188720"/>
          </a:xfrm>
          <a:prstGeom prst="roundRect">
            <a:avLst>
              <a:gd name="adj" fmla="val 9231"/>
            </a:avLst>
          </a:prstGeom>
          <a:solidFill>
            <a:srgbClr val="FDF2E9"/>
          </a:solidFill>
          <a:ln w="12700">
            <a:solidFill>
              <a:srgbClr val="B9770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1888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77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Caution: 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hold BOOT while switching the device on. It then starts in programming mode and the monitor will not run. Just switch off and on again.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6916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 badges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57800" y="214884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0" y="249631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24963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26771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pump stopped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262432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pump button or Start Pump on the web page.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257800" y="342900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377647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0" y="377647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354787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 in the sample line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90448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sample line and its connectors.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257800" y="4709160"/>
            <a:ext cx="4882896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5056632"/>
            <a:ext cx="868680" cy="384048"/>
          </a:xfrm>
          <a:prstGeom prst="roundRect">
            <a:avLst>
              <a:gd name="adj" fmla="val 1190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0" y="505663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4828032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line blocked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5184648"/>
            <a:ext cx="3374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kinks, water or a full water trap. Then restart the pump.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6035040"/>
            <a:ext cx="4882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green</a:t>
            </a:r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the analyser is sampling normally.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3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web page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values, charts, pump control and data export on any phone, tablet or laptop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48463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700784"/>
            <a:ext cx="4736592" cy="320040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eaglehagen.local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Örnhagens Monitor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80360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0360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465576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65576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50792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50792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36008" y="2148840"/>
            <a:ext cx="530352" cy="219456"/>
          </a:xfrm>
          <a:prstGeom prst="roundRect">
            <a:avLst>
              <a:gd name="adj" fmla="val 20833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214884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EtCO₂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618488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18488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618488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505456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05456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2505456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392424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92424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279392" y="2560320"/>
            <a:ext cx="804672" cy="640080"/>
          </a:xfrm>
          <a:prstGeom prst="roundRect">
            <a:avLst>
              <a:gd name="adj" fmla="val 8571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279392" y="258775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279392" y="2770632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2960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075334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142634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28659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479133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4208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916582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983882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69907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20381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05456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757830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825130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111155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61629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46704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3599078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3666378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52403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002877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87952" y="3941796"/>
            <a:ext cx="252374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4440326" y="3591763"/>
            <a:ext cx="67300" cy="350032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507626" y="3519343"/>
            <a:ext cx="286024" cy="7242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3651" y="3519343"/>
            <a:ext cx="50475" cy="422453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44125" y="3941796"/>
            <a:ext cx="185075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114800" y="337413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(kPa)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31520" y="420624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22960" y="461772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114800" y="424281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O₂ (%)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1520" y="5074920"/>
            <a:ext cx="4389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2960" y="5577840"/>
            <a:ext cx="4206240" cy="0"/>
          </a:xfrm>
          <a:prstGeom prst="line">
            <a:avLst/>
          </a:prstGeom>
          <a:noFill/>
          <a:ln w="12700">
            <a:solidFill>
              <a:srgbClr val="5292BD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114800" y="51114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(mL)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31520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1618488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184D7B"/>
          </a:solidFill>
          <a:ln w="12700">
            <a:solidFill>
              <a:srgbClr val="184D7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618488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2505456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2505456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3392424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392424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JSON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79392" y="6007608"/>
            <a:ext cx="804672" cy="292608"/>
          </a:xfrm>
          <a:prstGeom prst="roundRect">
            <a:avLst>
              <a:gd name="adj" fmla="val 15625"/>
            </a:avLst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279392" y="6007608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5669280" y="169164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Pump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5669280" y="202082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analyser’s sample pump.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669280" y="256032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Calibration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5669280" y="288950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Zeroes the CO₂ reading. Only with room air in the sample line, never with breath.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5669280" y="342900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CSV / JSON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5669280" y="375818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the recorded data (spreadsheet, or for Python/MATLAB).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669280" y="4297680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Data</a:t>
            </a:r>
            <a:endParaRPr lang="en-US" sz="1600" dirty="0"/>
          </a:p>
        </p:txBody>
      </p:sp>
      <p:sp>
        <p:nvSpPr>
          <p:cNvPr id="81" name="Text 79"/>
          <p:cNvSpPr txBox="1"/>
          <p:nvPr/>
        </p:nvSpPr>
        <p:spPr>
          <a:xfrm>
            <a:off x="5669280" y="4626864"/>
            <a:ext cx="4471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Empties the recording and resets the charts.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669280" y="5303520"/>
            <a:ext cx="4471416" cy="1234440"/>
          </a:xfrm>
          <a:prstGeom prst="roundRect">
            <a:avLst>
              <a:gd name="adj" fmla="val 8889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897880" y="5394960"/>
            <a:ext cx="4014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lives in the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keeps the last 2 minutes: save soon after an event and keep the page open. For longer recordings, use the PC monitor page (page 7).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85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86" name="Text 83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the LabVIEW PC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LabVIEW program works unchanged, over one USB-C cable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shows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“Out: LabVIEW”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355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8620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E8F1F8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88620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115200 baud, 8N1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11112" y="2377440"/>
            <a:ext cx="539496" cy="0"/>
          </a:xfrm>
          <a:prstGeom prst="line">
            <a:avLst/>
          </a:prstGeom>
          <a:noFill/>
          <a:ln w="31750">
            <a:solidFill>
              <a:srgbClr val="184D7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37960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23760" y="17830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program,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42900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96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10712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monitor’s USB-C port to the PC. Use a data cable, not a charge-only cable.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087368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96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69080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the screen shows “Out: LabVIEW”. If it shows “Out: ASCII”, press the BOOT button once.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745736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745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96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4727448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LabVIEW, select the monitor’s COM port (Windows Device Manager → Ports: “USB Serial Device”).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404104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5404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96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5385816"/>
            <a:ext cx="8951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(restart pump) and F2 (zero CO₂) work as before. The web page can be used at the same time.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172200"/>
            <a:ext cx="95920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format: </a:t>
            </a:r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lines (CO₂ kPa, O₂ %, RR, volume, status) for Excel, Python or a terminal. Lines starting with # are messages and can be skipped. </a:t>
            </a:r>
            <a:pPr indent="0" marL="0">
              <a:buNone/>
            </a:pPr>
            <a:r>
              <a:rPr lang="en-US" sz="12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LabVIEW? See the next page.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1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on a PC without LabVIEW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ready-made page for Chrome or Edge: live values, charts and CSV recording over USB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93776" y="1591056"/>
            <a:ext cx="5184648" cy="4338828"/>
          </a:xfrm>
          <a:prstGeom prst="roundRect">
            <a:avLst>
              <a:gd name="adj" fmla="val 1686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pic>
        <p:nvPicPr>
          <p:cNvPr id="5" name="Image 0" descr="Screenshot of the PC monitor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074920" cy="42291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847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page, light theme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1645920"/>
            <a:ext cx="4151376" cy="1097280"/>
          </a:xfrm>
          <a:prstGeom prst="roundRect">
            <a:avLst>
              <a:gd name="adj" fmla="val 10000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737360"/>
            <a:ext cx="3694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both output formats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LabVIEW and ASCII are detected automatically, even if BOOT is pressed while connected.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301752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96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298094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it over WiFi (once)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329184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EAGLEHAGEN, open eaglehagen.local and click “Download” at the bottom.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388620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8932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96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84962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 the USB cable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416052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LabVIEW first: only one program can use the COM port.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989320" y="475488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96" dirty="0"/>
          </a:p>
        </p:txBody>
      </p:sp>
      <p:sp>
        <p:nvSpPr>
          <p:cNvPr id="19" name="Text 16"/>
          <p:cNvSpPr txBox="1"/>
          <p:nvPr/>
        </p:nvSpPr>
        <p:spPr>
          <a:xfrm>
            <a:off x="6583680" y="471830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saved file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502920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Chrome or Edge. First time: “Add port…” and choose the monitor.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989320" y="5623560"/>
            <a:ext cx="420624" cy="420624"/>
          </a:xfrm>
          <a:prstGeom prst="ellipse">
            <a:avLst/>
          </a:prstGeom>
          <a:solidFill>
            <a:srgbClr val="5292BD"/>
          </a:solidFill>
          <a:ln w="12700">
            <a:solidFill>
              <a:srgbClr val="5292B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8932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96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5586984"/>
            <a:ext cx="3557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record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5897880"/>
            <a:ext cx="3557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“Connect selection”. Everything is recorded; “Save CSV” stores it.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989320" y="6492240"/>
            <a:ext cx="4151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carries its own copy of this page, so no other files are needed. Start pump and Zero calibration work here too.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27" name="Image 1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is wrong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situations and what to do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9592056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64830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4D7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 stays dark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+12 V supply and the power lead to the board.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Stuck on “Connecting sensor”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continues after 10 s. If no values appear, check the analyser’s power and serial cable.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CO₂ line, no values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sample line connected and the PUMP badge green? Try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CO₂ reads high with no breath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Zero Calibration with room air in the sample line.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OCCL or LEAK badge 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Kinked, wet or loose sample line, or a full water trap. Fix, then Start Pump.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EAGLEHAGEN network missing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for the main screen, move closer, or switch the device off and 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page does not load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phone still on EAGLEHAGEN? Allow it to stay on a network without internet. Try http://192.168.4.1.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LabVIEW gets no or garbled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Data-capable USB cable? Correct COM port? Screen must show “Out: LabVIEW”.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84D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 monitor page cannot connect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LabVIEW (only one program per port). Use Chrome or Edge.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6" name="Image 0" descr="Örnhage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592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9592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next to the monitor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network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password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15234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98114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address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198114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eaglehagen.local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198114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192.168.4.1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1828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4708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button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664708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664708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sample pump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48422" y="169164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1302" y="192024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button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1302" y="237744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LabVIEW ⇄ ASCII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131302" y="320040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output format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EtCO₂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4.5–6.0 kPa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35–45 mmHg, adult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15234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198114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air O₂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198114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20.9 %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3198114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check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1828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4708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 serial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4708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115200 8N1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664708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frames per second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48422" y="4114800"/>
            <a:ext cx="2192274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CBD5D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31302" y="4343400"/>
            <a:ext cx="1826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recording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31302" y="4800600"/>
            <a:ext cx="18265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4D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minutes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8131302" y="5623560"/>
            <a:ext cx="1826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longer: PC monitor page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92240"/>
            <a:ext cx="9592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Documentation, latest versions and the PC monitor page: </a:t>
            </a:r>
            <a:pPr indent="0" marL="0">
              <a:buNone/>
            </a:pPr>
            <a:r>
              <a:rPr lang="en-US" sz="1300" b="1" u="sng" dirty="0">
                <a:solidFill>
                  <a:srgbClr val="184D7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https://github.com/Teknosofen/EagleHagen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79504" y="715060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Teknosofen</a:t>
            </a:r>
            <a:endParaRPr lang="en-US" sz="1000" dirty="0"/>
          </a:p>
        </p:txBody>
      </p:sp>
      <p:pic>
        <p:nvPicPr>
          <p:cNvPr id="38" name="Image 0" descr="Örnhagen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958584"/>
            <a:ext cx="393704" cy="420624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975616" y="71506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Eaglehagen CO₂ Monitor  ·  Basic setup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9226296" y="71506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Eaglehagen CO2 Monitor - Basic Setup</dc:title>
  <dc:subject>PptxGenJS Presentation</dc:subject>
  <dc:creator>Teknosofen</dc:creator>
  <cp:lastModifiedBy>Teknosofen</cp:lastModifiedBy>
  <cp:revision>1</cp:revision>
  <dcterms:created xsi:type="dcterms:W3CDTF">2026-09-28T19:54:36Z</dcterms:created>
  <dcterms:modified xsi:type="dcterms:W3CDTF">2026-09-28T19:54:36Z</dcterms:modified>
</cp:coreProperties>
</file>